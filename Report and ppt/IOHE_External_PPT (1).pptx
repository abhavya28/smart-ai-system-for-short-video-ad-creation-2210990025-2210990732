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2" r:id="rId10"/>
    <p:sldId id="276" r:id="rId11"/>
    <p:sldId id="277" r:id="rId12"/>
    <p:sldId id="279" r:id="rId13"/>
    <p:sldId id="278" r:id="rId14"/>
    <p:sldId id="275"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5C48AD-27AE-4548-B030-1043DFE6B529}" v="7" dt="2026-04-29T15:11:46.3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ka Tyagi" userId="ec42f286b0a01247" providerId="LiveId" clId="{39F3E927-3104-4EEA-AB74-5389A77AD678}"/>
    <pc:docChg chg="modSld">
      <pc:chgData name="Ritika Tyagi" userId="ec42f286b0a01247" providerId="LiveId" clId="{39F3E927-3104-4EEA-AB74-5389A77AD678}" dt="2026-04-29T15:11:46.408" v="28"/>
      <pc:docMkLst>
        <pc:docMk/>
      </pc:docMkLst>
      <pc:sldChg chg="modSp mod">
        <pc:chgData name="Ritika Tyagi" userId="ec42f286b0a01247" providerId="LiveId" clId="{39F3E927-3104-4EEA-AB74-5389A77AD678}" dt="2026-04-29T15:09:48.802" v="4" actId="2711"/>
        <pc:sldMkLst>
          <pc:docMk/>
          <pc:sldMk cId="1477090644" sldId="269"/>
        </pc:sldMkLst>
        <pc:spChg chg="mod">
          <ac:chgData name="Ritika Tyagi" userId="ec42f286b0a01247" providerId="LiveId" clId="{39F3E927-3104-4EEA-AB74-5389A77AD678}" dt="2026-04-29T15:09:48.802" v="4" actId="2711"/>
          <ac:spMkLst>
            <pc:docMk/>
            <pc:sldMk cId="1477090644" sldId="269"/>
            <ac:spMk id="3" creationId="{1C035542-E65E-A84A-E71A-90427DC43022}"/>
          </ac:spMkLst>
        </pc:spChg>
      </pc:sldChg>
      <pc:sldChg chg="modSp mod">
        <pc:chgData name="Ritika Tyagi" userId="ec42f286b0a01247" providerId="LiveId" clId="{39F3E927-3104-4EEA-AB74-5389A77AD678}" dt="2026-04-29T15:10:24.755" v="9" actId="2711"/>
        <pc:sldMkLst>
          <pc:docMk/>
          <pc:sldMk cId="1094066356" sldId="270"/>
        </pc:sldMkLst>
        <pc:spChg chg="mod">
          <ac:chgData name="Ritika Tyagi" userId="ec42f286b0a01247" providerId="LiveId" clId="{39F3E927-3104-4EEA-AB74-5389A77AD678}" dt="2026-04-29T15:10:24.755" v="9" actId="2711"/>
          <ac:spMkLst>
            <pc:docMk/>
            <pc:sldMk cId="1094066356" sldId="270"/>
            <ac:spMk id="3" creationId="{671EF2DF-055A-3953-E0F9-601957780EDE}"/>
          </ac:spMkLst>
        </pc:spChg>
      </pc:sldChg>
      <pc:sldChg chg="addSp delSp modSp mod">
        <pc:chgData name="Ritika Tyagi" userId="ec42f286b0a01247" providerId="LiveId" clId="{39F3E927-3104-4EEA-AB74-5389A77AD678}" dt="2026-04-29T15:11:46.408" v="28"/>
        <pc:sldMkLst>
          <pc:docMk/>
          <pc:sldMk cId="3763239539" sldId="271"/>
        </pc:sldMkLst>
        <pc:spChg chg="add del mod">
          <ac:chgData name="Ritika Tyagi" userId="ec42f286b0a01247" providerId="LiveId" clId="{39F3E927-3104-4EEA-AB74-5389A77AD678}" dt="2026-04-29T15:11:46.398" v="26" actId="21"/>
          <ac:spMkLst>
            <pc:docMk/>
            <pc:sldMk cId="3763239539" sldId="271"/>
            <ac:spMk id="3" creationId="{36480113-D9B8-072D-A789-C28C01C5C501}"/>
          </ac:spMkLst>
        </pc:spChg>
        <pc:spChg chg="mod">
          <ac:chgData name="Ritika Tyagi" userId="ec42f286b0a01247" providerId="LiveId" clId="{39F3E927-3104-4EEA-AB74-5389A77AD678}" dt="2026-04-29T15:11:26.918" v="21" actId="20577"/>
          <ac:spMkLst>
            <pc:docMk/>
            <pc:sldMk cId="3763239539" sldId="271"/>
            <ac:spMk id="4" creationId="{F92BB2A4-4B08-4424-5393-BC604E23707D}"/>
          </ac:spMkLst>
        </pc:spChg>
        <pc:spChg chg="add del mod">
          <ac:chgData name="Ritika Tyagi" userId="ec42f286b0a01247" providerId="LiveId" clId="{39F3E927-3104-4EEA-AB74-5389A77AD678}" dt="2026-04-29T15:11:46.408" v="28"/>
          <ac:spMkLst>
            <pc:docMk/>
            <pc:sldMk cId="3763239539" sldId="271"/>
            <ac:spMk id="5" creationId="{3D747099-E3D9-A480-BDA7-55D0027F332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3600" b="1" dirty="0">
                <a:latin typeface="Times New Roman" panose="02020603050405020304" pitchFamily="18" charset="0"/>
                <a:cs typeface="Times New Roman" panose="02020603050405020304" pitchFamily="18" charset="0"/>
              </a:rPr>
              <a:t>Smart AI System for Short Video Ad Creation</a:t>
            </a:r>
            <a:r>
              <a:rPr lang="en-IN" sz="3600" dirty="0">
                <a:latin typeface="Times New Roman" panose="02020603050405020304" pitchFamily="18" charset="0"/>
                <a:cs typeface="Times New Roman" panose="02020603050405020304" pitchFamily="18" charset="0"/>
              </a:rPr>
              <a:t> </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Abhavya Gupta </a:t>
            </a:r>
          </a:p>
          <a:p>
            <a:pPr algn="ctr">
              <a:lnSpc>
                <a:spcPct val="100000"/>
              </a:lnSpc>
              <a:spcBef>
                <a:spcPts val="400"/>
              </a:spcBef>
            </a:pPr>
            <a:r>
              <a:rPr lang="en-IN" dirty="0">
                <a:latin typeface="Times New Roman" panose="02020603050405020304" pitchFamily="18" charset="0"/>
                <a:cs typeface="Times New Roman" panose="02020603050405020304" pitchFamily="18" charset="0"/>
              </a:rPr>
              <a:t>2210990025 </a:t>
            </a:r>
          </a:p>
          <a:p>
            <a:pPr algn="ctr">
              <a:lnSpc>
                <a:spcPct val="100000"/>
              </a:lnSpc>
              <a:spcBef>
                <a:spcPts val="400"/>
              </a:spcBef>
            </a:pPr>
            <a:r>
              <a:rPr lang="en-IN" b="1" dirty="0">
                <a:latin typeface="Times New Roman" panose="02020603050405020304" pitchFamily="18" charset="0"/>
                <a:cs typeface="Times New Roman" panose="02020603050405020304" pitchFamily="18" charset="0"/>
              </a:rPr>
              <a:t>Rittika Tyagi </a:t>
            </a:r>
          </a:p>
          <a:p>
            <a:pPr algn="ctr">
              <a:lnSpc>
                <a:spcPct val="100000"/>
              </a:lnSpc>
              <a:spcBef>
                <a:spcPts val="400"/>
              </a:spcBef>
            </a:pPr>
            <a:r>
              <a:rPr lang="en-IN" dirty="0">
                <a:latin typeface="Times New Roman" panose="02020603050405020304" pitchFamily="18" charset="0"/>
                <a:cs typeface="Times New Roman" panose="02020603050405020304" pitchFamily="18" charset="0"/>
              </a:rPr>
              <a:t>2210990732 </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IN" sz="2400" b="1" dirty="0">
                <a:latin typeface="Times New Roman" panose="02020603050405020304" pitchFamily="18" charset="0"/>
                <a:cs typeface="Times New Roman" panose="02020603050405020304" pitchFamily="18" charset="0"/>
              </a:rPr>
              <a:t>Gurpreet Singh </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2" name="TextBox 1">
            <a:extLst>
              <a:ext uri="{FF2B5EF4-FFF2-40B4-BE49-F238E27FC236}">
                <a16:creationId xmlns:a16="http://schemas.microsoft.com/office/drawing/2014/main" id="{58488B09-3A93-F16D-2F32-1BCE400077AA}"/>
              </a:ext>
            </a:extLst>
          </p:cNvPr>
          <p:cNvSpPr txBox="1"/>
          <p:nvPr/>
        </p:nvSpPr>
        <p:spPr>
          <a:xfrm>
            <a:off x="383458" y="1189703"/>
            <a:ext cx="8190271" cy="230832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Short video advertisements have become one of the most effective tools in digital marketing, especially with the rise of platforms like Instagram Reels, YouTube Shorts, and TikTok. These platforms attract a large audience and enable businesses to promote their products in an engaging and visually appealing way. However, creating such ads manually requires significant time, creativity, and technical expertise. This makes it challenging for many users to consistently produce high-quality content. To address this issue, artificial intelligence can be leveraged to automate and optimize the process of short video ad creation, making it faster, easier, and more efficient.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863E2-567A-50EE-CD75-708C08E3C989}"/>
              </a:ext>
            </a:extLst>
          </p:cNvPr>
          <p:cNvSpPr>
            <a:spLocks noGrp="1"/>
          </p:cNvSpPr>
          <p:nvPr>
            <p:ph type="title"/>
          </p:nvPr>
        </p:nvSpPr>
        <p:spPr>
          <a:xfrm>
            <a:off x="0" y="0"/>
            <a:ext cx="6479458" cy="914040"/>
          </a:xfrm>
        </p:spPr>
        <p:txBody>
          <a:bodyPr/>
          <a:lstStyle/>
          <a:p>
            <a:r>
              <a:rPr lang="en-IN" dirty="0"/>
              <a:t>           </a:t>
            </a:r>
            <a:r>
              <a:rPr lang="en-IN" sz="3200" b="1"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1C035542-E65E-A84A-E71A-90427DC43022}"/>
              </a:ext>
            </a:extLst>
          </p:cNvPr>
          <p:cNvSpPr>
            <a:spLocks noGrp="1"/>
          </p:cNvSpPr>
          <p:nvPr>
            <p:ph type="subTitle"/>
          </p:nvPr>
        </p:nvSpPr>
        <p:spPr>
          <a:xfrm>
            <a:off x="457380" y="1051692"/>
            <a:ext cx="8229240" cy="2514960"/>
          </a:xfrm>
        </p:spPr>
        <p:txBody>
          <a:bodyPr/>
          <a:lstStyle/>
          <a:p>
            <a:pPr algn="just"/>
            <a:r>
              <a:rPr lang="en-US" sz="1800" dirty="0">
                <a:latin typeface="Times New Roman" panose="02020603050405020304" pitchFamily="18" charset="0"/>
                <a:cs typeface="Times New Roman" panose="02020603050405020304" pitchFamily="18" charset="0"/>
              </a:rPr>
              <a:t>Businesses and individuals often struggle to create high-quality advertisement content due to the high cost, time consumption, and need for professional skills in photography, video editing, and graphic design. Traditional ad creation requires organizing photoshoots, hiring models, editing visuals, and producing videos, which is not accessible for small businesses, startups, or individuals. Additionally, with the rise of short-form video platforms, there is an increasing demand for engaging video ads, making content creation even more challenging and resource-intensive.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090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D01E-347E-894F-8DBF-7E1D5EB8558F}"/>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Our Solution</a:t>
            </a:r>
          </a:p>
        </p:txBody>
      </p:sp>
      <p:sp>
        <p:nvSpPr>
          <p:cNvPr id="3" name="Subtitle 2">
            <a:extLst>
              <a:ext uri="{FF2B5EF4-FFF2-40B4-BE49-F238E27FC236}">
                <a16:creationId xmlns:a16="http://schemas.microsoft.com/office/drawing/2014/main" id="{671EF2DF-055A-3953-E0F9-601957780EDE}"/>
              </a:ext>
            </a:extLst>
          </p:cNvPr>
          <p:cNvSpPr>
            <a:spLocks noGrp="1"/>
          </p:cNvSpPr>
          <p:nvPr>
            <p:ph type="subTitle"/>
          </p:nvPr>
        </p:nvSpPr>
        <p:spPr>
          <a:xfrm>
            <a:off x="457200" y="2212258"/>
            <a:ext cx="8229240" cy="757084"/>
          </a:xfrm>
        </p:spPr>
        <p:txBody>
          <a:bodyPr/>
          <a:lstStyle/>
          <a:p>
            <a:pPr algn="just"/>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AI Short Video Ads Generator</a:t>
            </a:r>
            <a:r>
              <a:rPr lang="en-US" sz="1800" dirty="0">
                <a:latin typeface="Times New Roman" panose="02020603050405020304" pitchFamily="18" charset="0"/>
                <a:cs typeface="Times New Roman" panose="02020603050405020304" pitchFamily="18" charset="0"/>
              </a:rPr>
              <a:t> provides an automated and intelligent solution to simplify advertisement creation. The system allows users to upload a product image and a model image, and uses AI-based image generation to seamlessly combine them into a realistic, advertisement-ready visual. It further extends this functionality by automatically generating short video ads from these visuals, making them suitable for modern digital marketing platforms. By eliminating the need for manual editing, photoshoots, and technical expertise, the system reduces cost, saves time, and enables users to quickly create high-quality, engaging promotional content using accessible AI technologies.</a:t>
            </a: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066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613CF-4517-D9AD-5DB7-93ED340FB6BF}"/>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Key Features</a:t>
            </a:r>
          </a:p>
        </p:txBody>
      </p:sp>
      <p:sp>
        <p:nvSpPr>
          <p:cNvPr id="4" name="Rectangle 1">
            <a:extLst>
              <a:ext uri="{FF2B5EF4-FFF2-40B4-BE49-F238E27FC236}">
                <a16:creationId xmlns:a16="http://schemas.microsoft.com/office/drawing/2014/main" id="{F92BB2A4-4B08-4424-5393-BC604E23707D}"/>
              </a:ext>
            </a:extLst>
          </p:cNvPr>
          <p:cNvSpPr>
            <a:spLocks noGrp="1" noChangeArrowheads="1"/>
          </p:cNvSpPr>
          <p:nvPr>
            <p:ph type="subTitle"/>
          </p:nvPr>
        </p:nvSpPr>
        <p:spPr bwMode="auto">
          <a:xfrm>
            <a:off x="457200" y="1201777"/>
            <a:ext cx="8834283" cy="582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AI Image Fusion</a:t>
            </a:r>
          </a:p>
          <a:p>
            <a:r>
              <a:rPr lang="en-US" sz="1800" dirty="0">
                <a:latin typeface="Times New Roman" panose="02020603050405020304" pitchFamily="18" charset="0"/>
                <a:cs typeface="Times New Roman" panose="02020603050405020304" pitchFamily="18" charset="0"/>
              </a:rPr>
              <a:t>      Combines product and model images into a realistic ad image.</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Optional Prompt Control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Users can add a prompt to customize style and look.</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 Auto Video Creation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Turns images into a structured ad video with smooth flow.</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Voice-over Generation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Generates natural AI voice for the ad content.</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Background Music</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Adds suitable music based on ad mood and theme.</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23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9B13-47CF-5455-BE99-8D93239D1D6C}"/>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Technologies Used</a:t>
            </a:r>
          </a:p>
        </p:txBody>
      </p:sp>
      <p:sp>
        <p:nvSpPr>
          <p:cNvPr id="5" name="Rectangle 2">
            <a:extLst>
              <a:ext uri="{FF2B5EF4-FFF2-40B4-BE49-F238E27FC236}">
                <a16:creationId xmlns:a16="http://schemas.microsoft.com/office/drawing/2014/main" id="{F8CD25C2-DC72-DEB3-2B03-91EBDC4B02B5}"/>
              </a:ext>
            </a:extLst>
          </p:cNvPr>
          <p:cNvSpPr>
            <a:spLocks noGrp="1" noChangeArrowheads="1"/>
          </p:cNvSpPr>
          <p:nvPr>
            <p:ph type="subTitle"/>
          </p:nvPr>
        </p:nvSpPr>
        <p:spPr bwMode="auto">
          <a:xfrm>
            <a:off x="457200" y="1652818"/>
            <a:ext cx="8534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PERN Stack (Core Technology)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is built using PostgreSQL, Express.js, React, and Node.js for full-stack development.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Neon Database (PostgreSQL - Cloud)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Neon is used as a serverless PostgreSQL database to store user data, ad content, and video details with high scalability.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Express.js (Backend Framework)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API requests and manages communication between frontend and database efficiently.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 (Frontend)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Builds a dynamic and responsive user interface using component-based architecture. </a:t>
            </a:r>
          </a:p>
        </p:txBody>
      </p:sp>
    </p:spTree>
    <p:extLst>
      <p:ext uri="{BB962C8B-B14F-4D97-AF65-F5344CB8AC3E}">
        <p14:creationId xmlns:p14="http://schemas.microsoft.com/office/powerpoint/2010/main" val="1013624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EE95-9EF9-540D-8DF0-8B8EAE69CBD2}"/>
              </a:ext>
            </a:extLst>
          </p:cNvPr>
          <p:cNvSpPr>
            <a:spLocks noGrp="1"/>
          </p:cNvSpPr>
          <p:nvPr>
            <p:ph type="title"/>
          </p:nvPr>
        </p:nvSpPr>
        <p:spPr>
          <a:xfrm>
            <a:off x="0" y="0"/>
            <a:ext cx="6380480" cy="914040"/>
          </a:xfrm>
        </p:spPr>
        <p:txBody>
          <a:bodyPr/>
          <a:lstStyle/>
          <a:p>
            <a:r>
              <a:rPr lang="en-IN" dirty="0"/>
              <a:t>       </a:t>
            </a:r>
            <a:r>
              <a:rPr lang="en-IN" sz="3200" b="1" dirty="0">
                <a:latin typeface="Times New Roman" panose="02020603050405020304" pitchFamily="18" charset="0"/>
                <a:cs typeface="Times New Roman" panose="02020603050405020304" pitchFamily="18" charset="0"/>
              </a:rPr>
              <a:t>Technologies Used</a:t>
            </a:r>
            <a:endParaRPr lang="en-IN" sz="3200" dirty="0"/>
          </a:p>
        </p:txBody>
      </p:sp>
      <p:sp>
        <p:nvSpPr>
          <p:cNvPr id="3" name="Subtitle 2">
            <a:extLst>
              <a:ext uri="{FF2B5EF4-FFF2-40B4-BE49-F238E27FC236}">
                <a16:creationId xmlns:a16="http://schemas.microsoft.com/office/drawing/2014/main" id="{47C2BE7F-EFF1-689B-204B-04AE21A82D80}"/>
              </a:ext>
            </a:extLst>
          </p:cNvPr>
          <p:cNvSpPr>
            <a:spLocks noGrp="1"/>
          </p:cNvSpPr>
          <p:nvPr>
            <p:ph type="subTitle"/>
          </p:nvPr>
        </p:nvSpPr>
        <p:spPr>
          <a:xfrm>
            <a:off x="580103" y="1115962"/>
            <a:ext cx="7983793" cy="4390103"/>
          </a:xfrm>
        </p:spPr>
        <p:txBody>
          <a:bodyPr/>
          <a:lstStyle/>
          <a:p>
            <a:pPr marL="0" lv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Node.js (Runtime Environment)</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Executes server-side logic and supports scalable backend operations.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Clerk (Authentication)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Provides secure user authentication, including login, signup, and session management.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Gemini API (AI Integration)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Used for generating ad scripts and intelligent content using AI capabilities.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Data Sanitization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Ensures user inputs are cleaned and validated to prevent errors and security issues. </a:t>
            </a:r>
          </a:p>
          <a:p>
            <a:endParaRPr lang="en-IN" dirty="0"/>
          </a:p>
        </p:txBody>
      </p:sp>
    </p:spTree>
    <p:extLst>
      <p:ext uri="{BB962C8B-B14F-4D97-AF65-F5344CB8AC3E}">
        <p14:creationId xmlns:p14="http://schemas.microsoft.com/office/powerpoint/2010/main" val="2039694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65F4-9496-F0ED-29FA-51E8805862C4}"/>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Screenshots</a:t>
            </a:r>
          </a:p>
        </p:txBody>
      </p:sp>
      <p:sp>
        <p:nvSpPr>
          <p:cNvPr id="4" name="AutoShape 2">
            <a:extLst>
              <a:ext uri="{FF2B5EF4-FFF2-40B4-BE49-F238E27FC236}">
                <a16:creationId xmlns:a16="http://schemas.microsoft.com/office/drawing/2014/main" id="{2608A2D8-718A-0E23-191C-FDC33B50F45C}"/>
              </a:ext>
            </a:extLst>
          </p:cNvPr>
          <p:cNvSpPr>
            <a:spLocks noGrp="1" noChangeAspect="1" noChangeArrowheads="1"/>
          </p:cNvSpPr>
          <p:nvPr>
            <p:ph type="sub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6" name="Picture 5">
            <a:extLst>
              <a:ext uri="{FF2B5EF4-FFF2-40B4-BE49-F238E27FC236}">
                <a16:creationId xmlns:a16="http://schemas.microsoft.com/office/drawing/2014/main" id="{237D3203-1FDC-7463-C237-0B2648A0BD5B}"/>
              </a:ext>
            </a:extLst>
          </p:cNvPr>
          <p:cNvPicPr>
            <a:picLocks noChangeAspect="1"/>
          </p:cNvPicPr>
          <p:nvPr/>
        </p:nvPicPr>
        <p:blipFill>
          <a:blip r:embed="rId2"/>
          <a:stretch>
            <a:fillRect/>
          </a:stretch>
        </p:blipFill>
        <p:spPr>
          <a:xfrm>
            <a:off x="334297" y="1340167"/>
            <a:ext cx="8436078" cy="4696839"/>
          </a:xfrm>
          <a:prstGeom prst="rect">
            <a:avLst/>
          </a:prstGeom>
        </p:spPr>
      </p:pic>
    </p:spTree>
    <p:extLst>
      <p:ext uri="{BB962C8B-B14F-4D97-AF65-F5344CB8AC3E}">
        <p14:creationId xmlns:p14="http://schemas.microsoft.com/office/powerpoint/2010/main" val="2103038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CB40-CEC1-83C3-583D-7ACCE397FF20}"/>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Screenshots</a:t>
            </a:r>
            <a:endParaRPr lang="en-IN" sz="3200" dirty="0"/>
          </a:p>
        </p:txBody>
      </p:sp>
      <p:sp>
        <p:nvSpPr>
          <p:cNvPr id="5" name="AutoShape 2">
            <a:extLst>
              <a:ext uri="{FF2B5EF4-FFF2-40B4-BE49-F238E27FC236}">
                <a16:creationId xmlns:a16="http://schemas.microsoft.com/office/drawing/2014/main" id="{93494809-0390-3410-71C0-10D32B7E9FE9}"/>
              </a:ext>
            </a:extLst>
          </p:cNvPr>
          <p:cNvSpPr>
            <a:spLocks noGrp="1" noChangeAspect="1" noChangeArrowheads="1"/>
          </p:cNvSpPr>
          <p:nvPr>
            <p:ph type="body"/>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7" name="Picture 6">
            <a:extLst>
              <a:ext uri="{FF2B5EF4-FFF2-40B4-BE49-F238E27FC236}">
                <a16:creationId xmlns:a16="http://schemas.microsoft.com/office/drawing/2014/main" id="{65C8FF1D-A6B5-9311-A44C-32B740DC5B56}"/>
              </a:ext>
            </a:extLst>
          </p:cNvPr>
          <p:cNvPicPr>
            <a:picLocks noChangeAspect="1"/>
          </p:cNvPicPr>
          <p:nvPr/>
        </p:nvPicPr>
        <p:blipFill>
          <a:blip r:embed="rId2"/>
          <a:stretch>
            <a:fillRect/>
          </a:stretch>
        </p:blipFill>
        <p:spPr>
          <a:xfrm>
            <a:off x="432110" y="1465006"/>
            <a:ext cx="4139890" cy="4660491"/>
          </a:xfrm>
          <a:prstGeom prst="rect">
            <a:avLst/>
          </a:prstGeom>
        </p:spPr>
      </p:pic>
      <p:sp>
        <p:nvSpPr>
          <p:cNvPr id="8" name="AutoShape 4">
            <a:extLst>
              <a:ext uri="{FF2B5EF4-FFF2-40B4-BE49-F238E27FC236}">
                <a16:creationId xmlns:a16="http://schemas.microsoft.com/office/drawing/2014/main" id="{A5BB76BF-52A2-CB1F-366E-B99B823A69EE}"/>
              </a:ext>
            </a:extLst>
          </p:cNvPr>
          <p:cNvSpPr>
            <a:spLocks noGrp="1" noChangeAspect="1" noChangeArrowheads="1"/>
          </p:cNvSpPr>
          <p:nvPr>
            <p:ph type="body"/>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0" name="Picture 9">
            <a:extLst>
              <a:ext uri="{FF2B5EF4-FFF2-40B4-BE49-F238E27FC236}">
                <a16:creationId xmlns:a16="http://schemas.microsoft.com/office/drawing/2014/main" id="{47F8C16A-C55D-40E2-22AF-5C3832F4DD45}"/>
              </a:ext>
            </a:extLst>
          </p:cNvPr>
          <p:cNvPicPr>
            <a:picLocks noChangeAspect="1"/>
          </p:cNvPicPr>
          <p:nvPr/>
        </p:nvPicPr>
        <p:blipFill>
          <a:blip r:embed="rId3"/>
          <a:stretch>
            <a:fillRect/>
          </a:stretch>
        </p:blipFill>
        <p:spPr>
          <a:xfrm>
            <a:off x="4597090" y="1465006"/>
            <a:ext cx="4217040" cy="4660491"/>
          </a:xfrm>
          <a:prstGeom prst="rect">
            <a:avLst/>
          </a:prstGeom>
        </p:spPr>
      </p:pic>
    </p:spTree>
    <p:extLst>
      <p:ext uri="{BB962C8B-B14F-4D97-AF65-F5344CB8AC3E}">
        <p14:creationId xmlns:p14="http://schemas.microsoft.com/office/powerpoint/2010/main" val="4018492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1327-D021-3F76-FAF4-F6A362C647E4}"/>
              </a:ext>
            </a:extLst>
          </p:cNvPr>
          <p:cNvSpPr>
            <a:spLocks noGrp="1"/>
          </p:cNvSpPr>
          <p:nvPr>
            <p:ph type="title"/>
          </p:nvPr>
        </p:nvSpPr>
        <p:spPr/>
        <p:txBody>
          <a:bodyPr/>
          <a:lstStyle/>
          <a:p>
            <a:r>
              <a:rPr lang="en-IN" dirty="0"/>
              <a:t>             </a:t>
            </a:r>
            <a:r>
              <a:rPr lang="en-IN" sz="3200" b="1" dirty="0">
                <a:latin typeface="Times New Roman" panose="02020603050405020304" pitchFamily="18" charset="0"/>
                <a:cs typeface="Times New Roman" panose="02020603050405020304" pitchFamily="18" charset="0"/>
              </a:rPr>
              <a:t>Screenshots</a:t>
            </a:r>
            <a:endParaRPr lang="en-IN" sz="3200" dirty="0"/>
          </a:p>
        </p:txBody>
      </p:sp>
      <p:sp>
        <p:nvSpPr>
          <p:cNvPr id="3" name="Subtitle 2">
            <a:extLst>
              <a:ext uri="{FF2B5EF4-FFF2-40B4-BE49-F238E27FC236}">
                <a16:creationId xmlns:a16="http://schemas.microsoft.com/office/drawing/2014/main" id="{100452C6-EA09-5DBC-07FC-1A3D10FD87A0}"/>
              </a:ext>
            </a:extLst>
          </p:cNvPr>
          <p:cNvSpPr>
            <a:spLocks noGrp="1"/>
          </p:cNvSpPr>
          <p:nvPr>
            <p:ph type="subTitle"/>
          </p:nvPr>
        </p:nvSpPr>
        <p:spPr/>
        <p:txBody>
          <a:bodyPr/>
          <a:lstStyle/>
          <a:p>
            <a:endParaRPr lang="en-IN" dirty="0"/>
          </a:p>
        </p:txBody>
      </p:sp>
      <p:pic>
        <p:nvPicPr>
          <p:cNvPr id="8" name="Picture 7">
            <a:extLst>
              <a:ext uri="{FF2B5EF4-FFF2-40B4-BE49-F238E27FC236}">
                <a16:creationId xmlns:a16="http://schemas.microsoft.com/office/drawing/2014/main" id="{A14C406B-2DDA-98E5-A94D-5DAD3C5B42B0}"/>
              </a:ext>
            </a:extLst>
          </p:cNvPr>
          <p:cNvPicPr>
            <a:picLocks noChangeAspect="1"/>
          </p:cNvPicPr>
          <p:nvPr/>
        </p:nvPicPr>
        <p:blipFill>
          <a:blip r:embed="rId2"/>
          <a:stretch>
            <a:fillRect/>
          </a:stretch>
        </p:blipFill>
        <p:spPr>
          <a:xfrm>
            <a:off x="353960" y="1435510"/>
            <a:ext cx="8455743" cy="4356648"/>
          </a:xfrm>
          <a:prstGeom prst="rect">
            <a:avLst/>
          </a:prstGeom>
        </p:spPr>
      </p:pic>
    </p:spTree>
    <p:extLst>
      <p:ext uri="{BB962C8B-B14F-4D97-AF65-F5344CB8AC3E}">
        <p14:creationId xmlns:p14="http://schemas.microsoft.com/office/powerpoint/2010/main" val="906751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CFFB4-FE74-9A4C-2F08-FCE84DE269B1}"/>
              </a:ext>
            </a:extLst>
          </p:cNvPr>
          <p:cNvSpPr>
            <a:spLocks noGrp="1"/>
          </p:cNvSpPr>
          <p:nvPr>
            <p:ph type="title"/>
          </p:nvPr>
        </p:nvSpPr>
        <p:spPr>
          <a:xfrm>
            <a:off x="0" y="0"/>
            <a:ext cx="6146800" cy="914040"/>
          </a:xfrm>
        </p:spPr>
        <p:txBody>
          <a:bodyPr/>
          <a:lstStyle/>
          <a:p>
            <a:r>
              <a:rPr lang="en-IN" dirty="0"/>
              <a:t>                </a:t>
            </a:r>
            <a:r>
              <a:rPr lang="en-IN" sz="3200"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CE319E57-AAF2-72D1-CBE9-CBB00C71F2B7}"/>
              </a:ext>
            </a:extLst>
          </p:cNvPr>
          <p:cNvSpPr>
            <a:spLocks noGrp="1"/>
          </p:cNvSpPr>
          <p:nvPr>
            <p:ph type="subTitle"/>
          </p:nvPr>
        </p:nvSpPr>
        <p:spPr>
          <a:xfrm>
            <a:off x="457380" y="1440360"/>
            <a:ext cx="8229240" cy="1434920"/>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Artificial intelligence has the potential to revolutionize the way advertisements are created by making the process faster, smarter, and more efficient. Smart AI systems significantly reduce the time, effort, and cost involved in producing high-quality video ads, making it accessible even to small businesses and individuals. As technology continues to evolve, the future of digital advertising will focus on automation and personalization, enabling more targeted, engaging, and impactful content creation.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716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34837</TotalTime>
  <Words>720</Words>
  <Application>Microsoft Office PowerPoint</Application>
  <PresentationFormat>On-screen Show (4:3)</PresentationFormat>
  <Paragraphs>63</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           Problem Statement</vt:lpstr>
      <vt:lpstr>              Our Solution</vt:lpstr>
      <vt:lpstr>             Key Features</vt:lpstr>
      <vt:lpstr>         Technologies Used</vt:lpstr>
      <vt:lpstr>       Technologies Used</vt:lpstr>
      <vt:lpstr>              Screenshots</vt:lpstr>
      <vt:lpstr>             Screenshots</vt:lpstr>
      <vt:lpstr>             Screenshots</vt:lpstr>
      <vt:lpstr>                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Ritika Tyagi</cp:lastModifiedBy>
  <cp:revision>2300</cp:revision>
  <dcterms:created xsi:type="dcterms:W3CDTF">2010-04-09T07:36:15Z</dcterms:created>
  <dcterms:modified xsi:type="dcterms:W3CDTF">2026-04-29T15:11:47Z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